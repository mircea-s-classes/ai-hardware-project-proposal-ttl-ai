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ed37a1ee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ed37a1e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6153e2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e6153e2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6153e23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e6153e23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6153e23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e6153e23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166275" y="1120300"/>
            <a:ext cx="68148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Raspi5-Hailo </a:t>
            </a:r>
            <a:r>
              <a:rPr lang="en" sz="5000"/>
              <a:t>Bubble Detection Project Presentation</a:t>
            </a:r>
            <a:endParaRPr sz="5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68975" y="3172900"/>
            <a:ext cx="8538300" cy="18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TTL AI :</a:t>
            </a:r>
            <a:endParaRPr sz="2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Landon Campbell - Team lead - integration, performance testing</a:t>
            </a:r>
            <a:endParaRPr sz="2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Thomas Keyes - physical design, camera integration, CV pipeline</a:t>
            </a:r>
            <a:endParaRPr sz="2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Tiger Zhang - CV pipeline, UNET and CNN training and deployment</a:t>
            </a:r>
            <a:endParaRPr sz="2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Motivation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733375"/>
            <a:ext cx="5090100" cy="28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Hydraulic MTB brakes can trap microscopic air bubbles during bleeding.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Bubbles compress, causing inconsistent lever feel and reduced braking performance.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Manual bubble detection is visual and subjective; our long-term goal is an automated, quantitative tool that integrates with an automation tool.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 target on-device processing so the system can run in a small, portable, bike-shop friendly tool with no cloud dependency.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775" y="1679788"/>
            <a:ext cx="3437401" cy="178391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5818375" y="3640675"/>
            <a:ext cx="29082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 1. Mountain bike brake bleed with bubble release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641825" y="421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Bubble Detection: Overview &amp; Current Hardware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251625" y="1381550"/>
            <a:ext cx="5090100" cy="3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Goal: Edge-deployed vision system on a Raspberry Pi 5 + Hailo-8L that detects and sizes bubbles in MTB brake lines in real time, fully on-device for low latency and privacy.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Target specs: ≤ ±0.05 mm diameter error for bubbles ≥ 0.30 mm, F1 ≥ 0.97 at 60–120 fps, capture→decision latency ≤ 50 ms, void-fraction MAE ≤ 0.02.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Current model implementation: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Classical OpenCV pipeline developed and debugged on a laptop using synthetic and downloaded bubble videos.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Pipeline outputs: binary masks, bounding boxes, approximate bubble diameters, and simple void-fraction estimates per frame.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Code is structured as reusable modules (BubbleCVModel, BubbleCNNModel) that can be dropped onto the Pi once hardware access is available.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Planned edge-hardware step: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Port the existing pipeline to Raspberry Pi 5, then swap the CPU mask step with a small CNN running on Hailo-8L for lower latency and power.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125" y="1089100"/>
            <a:ext cx="3235674" cy="10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3450" y="2571750"/>
            <a:ext cx="3372348" cy="19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835525" y="2224800"/>
            <a:ext cx="29082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 2. Single frame of CV pipeline detection and mask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5908275" y="4568875"/>
            <a:ext cx="27627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 3. Snippet of video processing of detection and mask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677975" y="368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and Classical Computer Vision Results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311700" y="1278575"/>
            <a:ext cx="58416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Dataset so far: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1 synthetic “fake bubble” video and 1 additional bubble video downloaded from the web.</a:t>
            </a: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Frames from the synthetic video were processed with the classical CV pipeline to generate pseudo-label masks.</a:t>
            </a: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From these, we created a small dataset of 256×256 image–mask pairs for training a segmentation model.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Classical CV pipeline implemented: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Grayscale → Otsu threshold → morphology → connected components.</a:t>
            </a: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Outputs per-bubble bounding boxes (green), approximate diameters in pixels, and a binary mask.</a:t>
            </a: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Works well on clean synthetic data; on the second video it still detects bubbles but shows some over/under-segmentation.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CNN segmentation model (BubbleCNNModel):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Small UNet-like network trained in PyTorch on the synthetic image–mask pairs.</a:t>
            </a: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Training on 256×256 crops; validation Dice ≈ 0.93 when compared to the CV-generated masks (as expected, since it’s learning to mimic that baseline).</a:t>
            </a: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On synthetic data, CNN masks closely match the label masks; on the second video, CNN and CV masks generally agree but diverge in some noisy regions.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Takeaway: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We now have both a classical CV baseline and a trained CNN for bubble segmentation running on a laptop, with APIs designed so they can be swapped on an edge device later..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413" y="3157273"/>
            <a:ext cx="2486578" cy="15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5425" y="1206500"/>
            <a:ext cx="2697400" cy="164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6153300" y="2854750"/>
            <a:ext cx="29082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 4. CV vs. CNN mask on trained video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5973525" y="4643475"/>
            <a:ext cx="290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 5. CV vs. CNN mask on untrained video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729450" y="44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to Edge-AI Hardware (Planned Hailo Deployment)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729450" y="1493100"/>
            <a:ext cx="7688700" cy="3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Current AI model status: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Trained small UNet-style CNN (SmallUNet) for bubble vs background segmentation on CPU.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Wrapped in BubbleCNNModel with the same predict(frame) interface as the classical CV model.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Checkpoint saved and re-used in notebooks for evaluation and qualitative comparison.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Working on integration with raspi 5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Planned edge deployment on Raspberry Pi 5 + Hailo-8L: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Export the trained PyTorch model to ONNX and quantize to INT8.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Use Hailo’s toolchain to compile the model for the Hailo-8L NPU.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Run segmentation on the NPU while the Pi CPU handles tracking, metrics, and UI overlay.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Expected hardware-level benefits (to be validated):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Lower per-frame latency for segmentation compared to CPU-only CV, especially at higher resolutions or ROIs.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Lower energy per frame by offloading conv layers to the NPU.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Remaining work before final presentation: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Collect more training data and use manual dataset labeling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Hailo integration and real-time camera capture of bubble release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